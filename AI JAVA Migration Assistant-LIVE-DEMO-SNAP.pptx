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78EB-895E-3BBA-79CC-7E5155156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699336-91F8-AE4B-8D6B-AFCA4D125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74FEA-124F-DF33-A473-BE63311C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DEB72-93F2-75A9-D801-343FDE726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38838-8F18-AE18-7F83-F9D752B66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68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E00E-0D59-0590-966D-4A714FFF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C753E-7336-9F92-3A53-691A1FF65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CC5EF-9293-C26C-C897-92F82DDBC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5B6ED-56AC-A30C-CC1C-87C39D9E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E308-0418-D9D1-6C7F-986518FE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57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EE11-3295-13F7-E008-DF4A91737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F2D83-A891-26A2-C97A-372AE032F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3CBB6-F3BE-6B6F-18E2-435380D3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03EC5-09FC-C667-E14A-46D38A83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926E9-D23B-86AE-7480-680B73B4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976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F354-CEE2-194E-4260-DB030266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41B4A-9219-639F-1803-D8CA9924D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34B0B-8F6D-44FC-A744-870F40433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A2E8C-373D-9908-4175-5549FA9D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52C71-402A-FC47-F997-34F1C4335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54B7C-2E92-219B-F958-6331E4FE3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17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CCEA-F62D-CE39-738F-DB9C8D34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EA82D-60FC-5999-4AC3-2039768E9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185E9-7E73-82A1-6F9B-A5A575011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6AC3E8-5992-A626-DE75-896B8697E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52FF0-1E20-B2CB-19F8-0660235D2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972A9A-580D-DB2A-91D2-4C8A7BB2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50CFF5-B082-6F8F-FFCC-36A0F4336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84F23F-AD83-BF48-2441-35EAB5CC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056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FFEF4-1AD9-F4C2-54AA-4DACA4BA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6581CB-1EA6-36AE-48DB-D97788B6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85C7F-DD21-FF96-99F6-0B07BD693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DDB7D0-8139-DEF1-38FB-A7CEF5CA9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04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F7AF6-A68F-1764-EA6B-DA421DA9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DA2EC-3A23-2E60-0539-912327A39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71430-554A-20C8-581A-BAB27276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476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90C0-7BF6-026F-FCEC-0710921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C254E-3D5D-1922-8243-02B74779F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722AA-8327-2514-D726-C9EBC4811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51802-60FA-BF3D-CF24-96BB5DF6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1B074-14FB-5619-5625-DDAC8624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3130F-CEE2-5A6F-8DEF-CFCE27CE3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11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53AB-1225-AE28-DF05-B33964D1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33A5C5-326B-E810-FBEA-008C28844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67B70-D078-D5C2-3B74-0440B58B6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4F12D-D796-A34B-096A-0322BCF2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49AF3-AE8F-4DD6-2D5F-A10759EE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F9BE5-5EA9-751C-894B-3BAF60E64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509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3641-400C-347E-49CF-83DF453D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975FB-F4AB-0D0C-7674-4EC13B1E5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FE578-8242-AF10-B4DD-5CB372EDE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ABD7F-73F2-9205-1A4B-74F5E2A3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1C131-FB78-A087-10B8-0BF2F7CF9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1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6AC03-8CFC-B3E7-F742-3C5AF276A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09C81-5D7F-23AF-2BC9-88623AC56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0CB5E-005F-AA4D-F7BD-0729D6B8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3886F-9CDF-DBCE-9B6B-9D4F0B70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DC9BA-201E-4DC7-3AFA-1C48923D7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1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869E6-B102-9853-71CF-A5F84DA0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3BFC0-B4DB-E621-CB04-0DE7AA5ED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2E529-D26F-BD59-913E-4BFFDDCEF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C586B-B367-489C-8356-EDFEEE4075DB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93C81-22DC-788D-814E-8D40D6373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8DA81-663C-D8E3-D13D-40EA0BD3C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2D81D-6A5A-4ACE-BBF4-FCC62A7F0B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76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localhost:8000/docs#/assessmen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68F5-D114-24E7-D266-8707407212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 JAVA Migration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29A5E-E3EA-C000-FA4A-25C2BC8501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043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4517-19A2-B760-DEC3-82770A8B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Upload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8169E-A8BB-3F87-57F6-03F278B71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6F3777-45CD-B28A-E224-2E1F21DED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3167062"/>
            <a:ext cx="954405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93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FD9B-2DDC-ACB4-2E29-732FC516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1EC60-C504-C9AF-AC31-C1824CF9E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A3B74-BDA8-31D4-97B6-4DB157E17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924"/>
            <a:ext cx="12192000" cy="583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7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A460-1EF3-4F0C-2FB2-E1AA55DE2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112E3A-5B8F-E819-AE91-B057A3E94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7959"/>
            <a:ext cx="10515600" cy="434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7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F9973-557D-8B0D-ECA0-ECA0610C3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C12522-A360-A6F4-689A-386560301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6170" y="1825625"/>
            <a:ext cx="94396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74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E1EF1-D00A-F7D6-3440-DBB49AAB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E00FE-8F35-11A5-059C-0DCF10F47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A09A29-2788-87F0-345D-3106562D2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287" y="971550"/>
            <a:ext cx="53054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5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B1540-097B-EF54-37C1-A66C71B2F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hlinkClick r:id="rId2"/>
              </a:rPr>
              <a:t>assessment</a:t>
            </a:r>
            <a:r>
              <a:rPr lang="en-IN" dirty="0"/>
              <a:t> by project ID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ABC5FF-0D15-59C2-66F0-11E499472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78049" y="3791726"/>
            <a:ext cx="7635902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07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FDDB-E386-107A-C7EE-6C754E9F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318780-9516-8345-9F83-F51E730FA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1624"/>
            <a:ext cx="10515600" cy="331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33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7F29A-F802-C219-C97C-FF105D92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E8868E-9CD9-8C8C-0738-F317B5177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2700" y="2777331"/>
            <a:ext cx="708660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87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2C0F-6F8B-445E-D158-EFFC3896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C6242A-FE92-064A-D4DC-7E38B28E8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64391"/>
            <a:ext cx="10515600" cy="32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44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C878-CF75-C97A-82F4-0565A5F4D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B61F50-5C8E-9013-5760-7ED902F01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6445" y="1825625"/>
            <a:ext cx="73991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83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1EEDF-49D1-977D-D88D-5B5C2F52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03FE04-075B-5F89-A71B-1DF6570A5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5440" y="1825625"/>
            <a:ext cx="66211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04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B29C0-00DA-DC93-E9E6-0A0BA92B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HTML </a:t>
            </a:r>
            <a:r>
              <a:rPr lang="en-IN" dirty="0" err="1"/>
              <a:t>Assesment</a:t>
            </a:r>
            <a:r>
              <a:rPr lang="en-IN" dirty="0"/>
              <a:t> report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0AE77C-BCCC-CDBB-7755-644D11937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7583" y="3780295"/>
            <a:ext cx="7536833" cy="44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09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8591A-F868-7ABC-EC6A-B653E3390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498D4B-C70F-D6D8-F05A-7C10E78E8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563" y="1825625"/>
            <a:ext cx="86168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53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39BA-6C89-DA85-90F9-66BAAC12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BBBCDA-BFC2-2DEE-7266-8ACDA2002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9057" y="1825625"/>
            <a:ext cx="69338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70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93196-CF88-09E4-5E50-CDAD375E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665A1E-0531-24A9-B204-8FF561229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250" y="3791744"/>
            <a:ext cx="89535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353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2EA3-9C01-4E50-4831-66E94B350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18281A-F2EB-3456-777B-42C591562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2908" y="1825625"/>
            <a:ext cx="83661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787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C1D4-150B-5321-F4E6-BF47C9F1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Migration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951798E-D0FB-B5EE-7ED9-C25591FA0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9548" y="3803157"/>
            <a:ext cx="6972904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84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BF89C-4A07-8B60-0535-000259D9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A801AA-4EC9-F9FC-17BD-08525B99A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15480"/>
            <a:ext cx="10515600" cy="377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00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91E7-504D-36C5-90EB-54C36A51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CDF702-79EC-FD5D-5BA1-027409DE9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520" y="1825625"/>
            <a:ext cx="60949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49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076F4-4C56-510B-8994-1553552E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6F4A71-56EC-B505-0A3B-80746E5E2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6656" y="1825625"/>
            <a:ext cx="77586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56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B6225-EA8E-6C4A-921E-5C322E0E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Migration summary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ED5C957-8741-5A6D-88BF-FF7CE437E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3130" y="1825625"/>
            <a:ext cx="65457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23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F39C-2825-6742-341B-78675BE32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Migration start build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C1E4D7F-67A1-6AD3-F4D6-1F89C7A1B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2875" y="3772674"/>
            <a:ext cx="7026249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829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629C9-BF45-6024-348C-A86061C3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DFC733-5145-3E0E-ABF2-C8A57254C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8811" y="2240921"/>
            <a:ext cx="9434378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4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2F1C08C57CFD41AD034B50B73A5FC0" ma:contentTypeVersion="15" ma:contentTypeDescription="Create a new document." ma:contentTypeScope="" ma:versionID="6ac53fdcea9ae4d71a47d5e0671afea4">
  <xsd:schema xmlns:xsd="http://www.w3.org/2001/XMLSchema" xmlns:xs="http://www.w3.org/2001/XMLSchema" xmlns:p="http://schemas.microsoft.com/office/2006/metadata/properties" xmlns:ns3="1a499509-a896-45d7-bf24-3b907a0fe3c7" xmlns:ns4="68a2cd11-0aac-4fda-af36-29da68e5fbe7" targetNamespace="http://schemas.microsoft.com/office/2006/metadata/properties" ma:root="true" ma:fieldsID="ecc35cc342f8a1ba5790198a822369ed" ns3:_="" ns4:_="">
    <xsd:import namespace="1a499509-a896-45d7-bf24-3b907a0fe3c7"/>
    <xsd:import namespace="68a2cd11-0aac-4fda-af36-29da68e5fbe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99509-a896-45d7-bf24-3b907a0fe3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a2cd11-0aac-4fda-af36-29da68e5fbe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a499509-a896-45d7-bf24-3b907a0fe3c7" xsi:nil="true"/>
  </documentManagement>
</p:properties>
</file>

<file path=customXml/itemProps1.xml><?xml version="1.0" encoding="utf-8"?>
<ds:datastoreItem xmlns:ds="http://schemas.openxmlformats.org/officeDocument/2006/customXml" ds:itemID="{1ACF5A9F-349D-457D-A686-DF017B262E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499509-a896-45d7-bf24-3b907a0fe3c7"/>
    <ds:schemaRef ds:uri="68a2cd11-0aac-4fda-af36-29da68e5fb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971CCD-79FB-42F2-B651-81B51BDFE4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AC1788-BA53-4862-8D98-0C05DA4C7262}">
  <ds:schemaRefs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68a2cd11-0aac-4fda-af36-29da68e5fbe7"/>
    <ds:schemaRef ds:uri="1a499509-a896-45d7-bf24-3b907a0fe3c7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</Words>
  <Application>Microsoft Office PowerPoint</Application>
  <PresentationFormat>Widescreen</PresentationFormat>
  <Paragraphs>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AI JAVA Migration Assistant</vt:lpstr>
      <vt:lpstr>Upload project</vt:lpstr>
      <vt:lpstr>PowerPoint Presentation</vt:lpstr>
      <vt:lpstr>PowerPoint Presentation</vt:lpstr>
      <vt:lpstr>PowerPoint Presentation</vt:lpstr>
      <vt:lpstr>PowerPoint Presentation</vt:lpstr>
      <vt:lpstr>assessment by project 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 Assesment report</vt:lpstr>
      <vt:lpstr>PowerPoint Presentation</vt:lpstr>
      <vt:lpstr>PowerPoint Presentation</vt:lpstr>
      <vt:lpstr>PowerPoint Presentation</vt:lpstr>
      <vt:lpstr>PowerPoint Presentation</vt:lpstr>
      <vt:lpstr>Migration</vt:lpstr>
      <vt:lpstr>PowerPoint Presentation</vt:lpstr>
      <vt:lpstr>PowerPoint Presentation</vt:lpstr>
      <vt:lpstr>PowerPoint Presentation</vt:lpstr>
      <vt:lpstr>Migration summary</vt:lpstr>
      <vt:lpstr>Migration start build</vt:lpstr>
      <vt:lpstr>PowerPoint Presentation</vt:lpstr>
    </vt:vector>
  </TitlesOfParts>
  <Company>Ericsson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Vibhay Kumar Pandey</dc:creator>
  <cp:lastModifiedBy>Vibhay Kumar Pandey</cp:lastModifiedBy>
  <cp:revision>1</cp:revision>
  <dcterms:created xsi:type="dcterms:W3CDTF">2026-07-19T11:54:50Z</dcterms:created>
  <dcterms:modified xsi:type="dcterms:W3CDTF">2026-07-19T12:08:22Z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0x010100912F1C08C57CFD41AD034B50B73A5FC0</vt:lpwstr>
  </property>
</Properties>
</file>